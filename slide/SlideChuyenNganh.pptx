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73" r:id="rId7"/>
    <p:sldId id="274" r:id="rId8"/>
    <p:sldId id="275" r:id="rId9"/>
    <p:sldId id="261" r:id="rId10"/>
    <p:sldId id="263" r:id="rId11"/>
  </p:sldIdLst>
  <p:sldSz cx="18288000" cy="10287000"/>
  <p:notesSz cx="6858000" cy="9144000"/>
  <p:embeddedFontLst>
    <p:embeddedFont>
      <p:font typeface="Asap Medium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uli Semi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9" autoAdjust="0"/>
    <p:restoredTop sz="94622" autoAdjust="0"/>
  </p:normalViewPr>
  <p:slideViewPr>
    <p:cSldViewPr>
      <p:cViewPr>
        <p:scale>
          <a:sx n="33" d="100"/>
          <a:sy n="33" d="100"/>
        </p:scale>
        <p:origin x="1632" y="6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61B7F5-BDFC-4FFA-9751-0FF3111A5EEB}"/>
              </a:ext>
            </a:extLst>
          </p:cNvPr>
          <p:cNvSpPr/>
          <p:nvPr/>
        </p:nvSpPr>
        <p:spPr>
          <a:xfrm>
            <a:off x="0" y="6929336"/>
            <a:ext cx="18288000" cy="3390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898634" y="7277100"/>
            <a:ext cx="6544326" cy="2514600"/>
            <a:chOff x="237556" y="-43464"/>
            <a:chExt cx="9533791" cy="966933"/>
          </a:xfrm>
        </p:grpSpPr>
        <p:grpSp>
          <p:nvGrpSpPr>
            <p:cNvPr id="6" name="Group 6"/>
            <p:cNvGrpSpPr/>
            <p:nvPr/>
          </p:nvGrpSpPr>
          <p:grpSpPr>
            <a:xfrm>
              <a:off x="237556" y="-43464"/>
              <a:ext cx="9533791" cy="966933"/>
              <a:chOff x="317136" y="-58024"/>
              <a:chExt cx="12727542" cy="129084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317136" y="-58024"/>
                <a:ext cx="12727542" cy="1290848"/>
              </a:xfrm>
              <a:custGeom>
                <a:avLst/>
                <a:gdLst/>
                <a:ahLst/>
                <a:cxnLst/>
                <a:rect l="l" t="t" r="r" b="b"/>
                <a:pathLst>
                  <a:path w="12727542" h="1290848">
                    <a:moveTo>
                      <a:pt x="0" y="0"/>
                    </a:moveTo>
                    <a:lnTo>
                      <a:pt x="0" y="1290848"/>
                    </a:lnTo>
                    <a:lnTo>
                      <a:pt x="12727542" y="1290848"/>
                    </a:lnTo>
                    <a:lnTo>
                      <a:pt x="12727542" y="0"/>
                    </a:lnTo>
                    <a:lnTo>
                      <a:pt x="0" y="0"/>
                    </a:lnTo>
                    <a:close/>
                    <a:moveTo>
                      <a:pt x="12666582" y="1229888"/>
                    </a:moveTo>
                    <a:lnTo>
                      <a:pt x="59690" y="1229888"/>
                    </a:lnTo>
                    <a:lnTo>
                      <a:pt x="59690" y="59690"/>
                    </a:lnTo>
                    <a:lnTo>
                      <a:pt x="12666582" y="59690"/>
                    </a:lnTo>
                    <a:lnTo>
                      <a:pt x="12666582" y="1229888"/>
                    </a:lnTo>
                    <a:close/>
                  </a:path>
                </a:pathLst>
              </a:custGeom>
              <a:solidFill>
                <a:srgbClr val="FF68D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793296" y="-10733"/>
              <a:ext cx="8863483" cy="8492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</a:pPr>
              <a:r>
                <a:rPr lang="vi-VN" sz="2499" b="1" dirty="0">
                  <a:solidFill>
                    <a:srgbClr val="000000"/>
                  </a:solidFill>
                  <a:ea typeface="Muli Semi-Bold"/>
                  <a:cs typeface="Muli Semi-Bold"/>
                  <a:sym typeface="Muli Semi-Bold"/>
                </a:rPr>
                <a:t>GV hướng dẫn</a:t>
              </a:r>
              <a:r>
                <a:rPr lang="vi-VN" sz="2499" dirty="0">
                  <a:solidFill>
                    <a:srgbClr val="000000"/>
                  </a:solidFill>
                  <a:ea typeface="Muli Semi-Bold"/>
                  <a:cs typeface="Muli Semi-Bold"/>
                  <a:sym typeface="Muli Semi-Bold"/>
                </a:rPr>
                <a:t>: </a:t>
              </a:r>
            </a:p>
            <a:p>
              <a:pPr>
                <a:lnSpc>
                  <a:spcPts val="3499"/>
                </a:lnSpc>
              </a:pPr>
              <a:r>
                <a:rPr lang="vi-VN" sz="2499" dirty="0">
                  <a:solidFill>
                    <a:srgbClr val="000000"/>
                  </a:solidFill>
                  <a:ea typeface="Muli Semi-Bold"/>
                  <a:cs typeface="Muli Semi-Bold"/>
                  <a:sym typeface="Muli Semi-Bold"/>
                </a:rPr>
                <a:t>Thạch Kọng Saoane</a:t>
              </a:r>
            </a:p>
            <a:p>
              <a:pPr>
                <a:lnSpc>
                  <a:spcPts val="3499"/>
                </a:lnSpc>
              </a:pPr>
              <a:endParaRPr lang="vi-VN" sz="2499" b="1" dirty="0">
                <a:solidFill>
                  <a:srgbClr val="000000"/>
                </a:solidFill>
                <a:ea typeface="Muli Semi-Bold"/>
                <a:cs typeface="Muli Semi-Bold"/>
                <a:sym typeface="Muli Semi-Bold"/>
              </a:endParaRPr>
            </a:p>
            <a:p>
              <a:pPr>
                <a:lnSpc>
                  <a:spcPts val="3499"/>
                </a:lnSpc>
              </a:pPr>
              <a:r>
                <a:rPr lang="vi-VN" sz="2499" b="1" dirty="0">
                  <a:solidFill>
                    <a:srgbClr val="000000"/>
                  </a:solidFill>
                  <a:ea typeface="Muli Semi-Bold"/>
                  <a:cs typeface="Muli Semi-Bold"/>
                  <a:sym typeface="Muli Semi-Bold"/>
                </a:rPr>
                <a:t>Sinh viên thực hiện: </a:t>
              </a:r>
            </a:p>
            <a:p>
              <a:pPr>
                <a:lnSpc>
                  <a:spcPts val="3499"/>
                </a:lnSpc>
              </a:pPr>
              <a:r>
                <a:rPr lang="vi-VN" sz="2499" dirty="0">
                  <a:solidFill>
                    <a:srgbClr val="000000"/>
                  </a:solidFill>
                  <a:ea typeface="Muli Semi-Bold"/>
                  <a:cs typeface="Muli Semi-Bold"/>
                  <a:sym typeface="Muli Semi-Bold"/>
                </a:rPr>
                <a:t>Nguyễn Huỳnh Yến Như</a:t>
              </a:r>
              <a:endParaRPr lang="en-US" sz="2499" dirty="0">
                <a:solidFill>
                  <a:srgbClr val="000000"/>
                </a:solidFill>
                <a:ea typeface="Muli Semi-Bold"/>
                <a:cs typeface="Muli Semi-Bold"/>
                <a:sym typeface="Muli Semi-Bold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1542992" y="-8517227"/>
            <a:ext cx="11432615" cy="11411829"/>
          </a:xfrm>
          <a:custGeom>
            <a:avLst/>
            <a:gdLst/>
            <a:ahLst/>
            <a:cxnLst/>
            <a:rect l="l" t="t" r="r" b="b"/>
            <a:pathLst>
              <a:path w="11432615" h="11411829">
                <a:moveTo>
                  <a:pt x="0" y="0"/>
                </a:moveTo>
                <a:lnTo>
                  <a:pt x="11432616" y="0"/>
                </a:lnTo>
                <a:lnTo>
                  <a:pt x="11432616" y="11411829"/>
                </a:lnTo>
                <a:lnTo>
                  <a:pt x="0" y="114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7200" y="716163"/>
            <a:ext cx="14657020" cy="4085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099"/>
              </a:lnSpc>
            </a:pPr>
            <a:r>
              <a:rPr lang="vi-VN" sz="6000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Phát triển ứng dụng web</a:t>
            </a:r>
          </a:p>
          <a:p>
            <a:pPr algn="l">
              <a:lnSpc>
                <a:spcPts val="11099"/>
              </a:lnSpc>
            </a:pPr>
            <a:r>
              <a:rPr lang="vi-VN" sz="6000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hỗ trợ chăm sóc sức khỏe tinh thần </a:t>
            </a:r>
          </a:p>
          <a:p>
            <a:pPr algn="l">
              <a:lnSpc>
                <a:spcPts val="11099"/>
              </a:lnSpc>
            </a:pPr>
            <a:r>
              <a:rPr lang="vi-VN" sz="6000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dựa trên phân tích cảm xúc hội thoại</a:t>
            </a:r>
            <a:endParaRPr lang="en-US" sz="6000" b="1" dirty="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600200" y="2667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Lý do chọn đề tài</a:t>
            </a:r>
            <a:endParaRPr lang="en-US" sz="9000" b="1" dirty="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EAFBF71D-01A8-41D9-A87E-12058EDDD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857500"/>
            <a:ext cx="11811000" cy="6441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trạng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trẻ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gặp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áp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lực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công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khó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chia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sẻ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xúc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ngại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tưởng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đề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thói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dõi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xúc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hằng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ngày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diện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kịp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dấu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hiệu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ổn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Ứng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99895" y="-9092389"/>
            <a:ext cx="11432615" cy="11411829"/>
          </a:xfrm>
          <a:custGeom>
            <a:avLst/>
            <a:gdLst/>
            <a:ahLst/>
            <a:cxnLst/>
            <a:rect l="l" t="t" r="r" b="b"/>
            <a:pathLst>
              <a:path w="11432615" h="11411829">
                <a:moveTo>
                  <a:pt x="0" y="0"/>
                </a:moveTo>
                <a:lnTo>
                  <a:pt x="11432615" y="0"/>
                </a:lnTo>
                <a:lnTo>
                  <a:pt x="11432615" y="11411829"/>
                </a:lnTo>
                <a:lnTo>
                  <a:pt x="0" y="114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4316" y="7022304"/>
            <a:ext cx="11841808" cy="11820277"/>
          </a:xfrm>
          <a:custGeom>
            <a:avLst/>
            <a:gdLst/>
            <a:ahLst/>
            <a:cxnLst/>
            <a:rect l="l" t="t" r="r" b="b"/>
            <a:pathLst>
              <a:path w="11841808" h="11820277">
                <a:moveTo>
                  <a:pt x="0" y="0"/>
                </a:moveTo>
                <a:lnTo>
                  <a:pt x="11841807" y="0"/>
                </a:lnTo>
                <a:lnTo>
                  <a:pt x="11841807" y="11820278"/>
                </a:lnTo>
                <a:lnTo>
                  <a:pt x="0" y="1182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92DCB213-0524-4C7E-BBC4-D5419EE08AA8}"/>
              </a:ext>
            </a:extLst>
          </p:cNvPr>
          <p:cNvSpPr txBox="1"/>
          <p:nvPr/>
        </p:nvSpPr>
        <p:spPr>
          <a:xfrm>
            <a:off x="457200" y="1905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Giới thiệu React</a:t>
            </a:r>
            <a:endParaRPr lang="en-US" sz="9000" b="1" dirty="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24" name="AutoShape 5" descr="Lightbox">
            <a:extLst>
              <a:ext uri="{FF2B5EF4-FFF2-40B4-BE49-F238E27FC236}">
                <a16:creationId xmlns:a16="http://schemas.microsoft.com/office/drawing/2014/main" id="{5A5E11D0-59A6-4CD1-8360-2536BC5C4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EFCD05A-E5C9-48B8-B18C-F2EC31C5FB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" t="3704"/>
          <a:stretch/>
        </p:blipFill>
        <p:spPr>
          <a:xfrm>
            <a:off x="609600" y="2476500"/>
            <a:ext cx="10210800" cy="59436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A9F4761-4DE9-42CC-949E-2E55134FC9F6}"/>
              </a:ext>
            </a:extLst>
          </p:cNvPr>
          <p:cNvSpPr/>
          <p:nvPr/>
        </p:nvSpPr>
        <p:spPr>
          <a:xfrm>
            <a:off x="11963400" y="4904194"/>
            <a:ext cx="59150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4000" b="1" dirty="0"/>
              <a:t>Front-end:</a:t>
            </a:r>
            <a:r>
              <a:rPr lang="vi-VN" sz="4000" dirty="0"/>
              <a:t> ReactJS (Giao diện người dùng linh hoạt, SPA).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5316EE9D-2CE1-452E-BEBF-C184DB94F2F8}"/>
              </a:ext>
            </a:extLst>
          </p:cNvPr>
          <p:cNvSpPr txBox="1"/>
          <p:nvPr/>
        </p:nvSpPr>
        <p:spPr>
          <a:xfrm>
            <a:off x="457200" y="1905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Giới thiệu Node.js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2CE06D3-E537-4672-AC97-DBE5ACDCF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55734"/>
            <a:ext cx="12192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631779" y="-6676777"/>
            <a:ext cx="11841808" cy="11820277"/>
          </a:xfrm>
          <a:custGeom>
            <a:avLst/>
            <a:gdLst/>
            <a:ahLst/>
            <a:cxnLst/>
            <a:rect l="l" t="t" r="r" b="b"/>
            <a:pathLst>
              <a:path w="11841808" h="11820277">
                <a:moveTo>
                  <a:pt x="0" y="0"/>
                </a:moveTo>
                <a:lnTo>
                  <a:pt x="11841807" y="0"/>
                </a:lnTo>
                <a:lnTo>
                  <a:pt x="11841807" y="11820278"/>
                </a:lnTo>
                <a:lnTo>
                  <a:pt x="0" y="1182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C228FF6-01EC-477C-AF9A-475F1EB848BE}"/>
              </a:ext>
            </a:extLst>
          </p:cNvPr>
          <p:cNvSpPr txBox="1"/>
          <p:nvPr/>
        </p:nvSpPr>
        <p:spPr>
          <a:xfrm>
            <a:off x="457200" y="1905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Dialogflow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1C068A-421D-48DD-8159-10AF0F18A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" y="5791200"/>
            <a:ext cx="1837004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65801" y="5467351"/>
            <a:ext cx="11841808" cy="11820277"/>
          </a:xfrm>
          <a:custGeom>
            <a:avLst/>
            <a:gdLst/>
            <a:ahLst/>
            <a:cxnLst/>
            <a:rect l="l" t="t" r="r" b="b"/>
            <a:pathLst>
              <a:path w="11841808" h="11820277">
                <a:moveTo>
                  <a:pt x="0" y="0"/>
                </a:moveTo>
                <a:lnTo>
                  <a:pt x="11841807" y="0"/>
                </a:lnTo>
                <a:lnTo>
                  <a:pt x="11841807" y="11820277"/>
                </a:lnTo>
                <a:lnTo>
                  <a:pt x="0" y="11820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5000" y="-8267700"/>
            <a:ext cx="11841808" cy="11820277"/>
          </a:xfrm>
          <a:custGeom>
            <a:avLst/>
            <a:gdLst/>
            <a:ahLst/>
            <a:cxnLst/>
            <a:rect l="l" t="t" r="r" b="b"/>
            <a:pathLst>
              <a:path w="11841808" h="11820277">
                <a:moveTo>
                  <a:pt x="0" y="0"/>
                </a:moveTo>
                <a:lnTo>
                  <a:pt x="11841807" y="0"/>
                </a:lnTo>
                <a:lnTo>
                  <a:pt x="11841807" y="11820278"/>
                </a:lnTo>
                <a:lnTo>
                  <a:pt x="0" y="1182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C228FF6-01EC-477C-AF9A-475F1EB848BE}"/>
              </a:ext>
            </a:extLst>
          </p:cNvPr>
          <p:cNvSpPr txBox="1"/>
          <p:nvPr/>
        </p:nvSpPr>
        <p:spPr>
          <a:xfrm>
            <a:off x="457200" y="1905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Dialogflow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DD0EB-7494-4B0B-A8B7-02D0B24B0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237917"/>
            <a:ext cx="11439525" cy="570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0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5">
            <a:extLst>
              <a:ext uri="{FF2B5EF4-FFF2-40B4-BE49-F238E27FC236}">
                <a16:creationId xmlns:a16="http://schemas.microsoft.com/office/drawing/2014/main" id="{3C228FF6-01EC-477C-AF9A-475F1EB848BE}"/>
              </a:ext>
            </a:extLst>
          </p:cNvPr>
          <p:cNvSpPr txBox="1"/>
          <p:nvPr/>
        </p:nvSpPr>
        <p:spPr>
          <a:xfrm>
            <a:off x="457200" y="1905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Dialogflow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98757-87E3-4515-B598-0D8BB901D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52700"/>
            <a:ext cx="9076940" cy="68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1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5">
            <a:extLst>
              <a:ext uri="{FF2B5EF4-FFF2-40B4-BE49-F238E27FC236}">
                <a16:creationId xmlns:a16="http://schemas.microsoft.com/office/drawing/2014/main" id="{3C228FF6-01EC-477C-AF9A-475F1EB848BE}"/>
              </a:ext>
            </a:extLst>
          </p:cNvPr>
          <p:cNvSpPr txBox="1"/>
          <p:nvPr/>
        </p:nvSpPr>
        <p:spPr>
          <a:xfrm>
            <a:off x="457200" y="190500"/>
            <a:ext cx="9279264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Dialogflow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412BD-096B-4E06-AD8E-8548D9409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84" y="1575495"/>
            <a:ext cx="16088431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4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668921" y="3455562"/>
            <a:ext cx="6493331" cy="276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Hugging</a:t>
            </a:r>
          </a:p>
          <a:p>
            <a:pPr algn="l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Face</a:t>
            </a:r>
            <a:endParaRPr lang="en-US" sz="9000" b="1" dirty="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963495" y="1028700"/>
            <a:ext cx="1422950" cy="1420363"/>
          </a:xfrm>
          <a:custGeom>
            <a:avLst/>
            <a:gdLst/>
            <a:ahLst/>
            <a:cxnLst/>
            <a:rect l="l" t="t" r="r" b="b"/>
            <a:pathLst>
              <a:path w="1897267" h="1893817">
                <a:moveTo>
                  <a:pt x="0" y="0"/>
                </a:moveTo>
                <a:lnTo>
                  <a:pt x="1897267" y="0"/>
                </a:lnTo>
                <a:lnTo>
                  <a:pt x="1897267" y="1893817"/>
                </a:lnTo>
                <a:lnTo>
                  <a:pt x="0" y="1893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1BB2D219-553D-418F-BE7B-270117790FC0}"/>
              </a:ext>
            </a:extLst>
          </p:cNvPr>
          <p:cNvSpPr/>
          <p:nvPr/>
        </p:nvSpPr>
        <p:spPr>
          <a:xfrm>
            <a:off x="8610600" y="723900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242" name="Picture 2" descr="HF models 2">
            <a:extLst>
              <a:ext uri="{FF2B5EF4-FFF2-40B4-BE49-F238E27FC236}">
                <a16:creationId xmlns:a16="http://schemas.microsoft.com/office/drawing/2014/main" id="{5E42715D-FBEC-4BA2-9CD1-4230A1D40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1752600"/>
            <a:ext cx="7451853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1762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057900" y="1166370"/>
            <a:ext cx="1120140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0"/>
              </a:lnSpc>
            </a:pPr>
            <a:r>
              <a:rPr lang="vi-VN" sz="9000" b="1" dirty="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Hugging Face</a:t>
            </a:r>
            <a:endParaRPr lang="en-US" sz="9000" b="1" dirty="0">
              <a:solidFill>
                <a:srgbClr val="000000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400113" y="880620"/>
            <a:ext cx="1422950" cy="1420363"/>
          </a:xfrm>
          <a:custGeom>
            <a:avLst/>
            <a:gdLst/>
            <a:ahLst/>
            <a:cxnLst/>
            <a:rect l="l" t="t" r="r" b="b"/>
            <a:pathLst>
              <a:path w="1897267" h="1893817">
                <a:moveTo>
                  <a:pt x="0" y="0"/>
                </a:moveTo>
                <a:lnTo>
                  <a:pt x="1897267" y="0"/>
                </a:lnTo>
                <a:lnTo>
                  <a:pt x="1897267" y="1893817"/>
                </a:lnTo>
                <a:lnTo>
                  <a:pt x="0" y="1893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41" name="Picture 1">
            <a:extLst>
              <a:ext uri="{FF2B5EF4-FFF2-40B4-BE49-F238E27FC236}">
                <a16:creationId xmlns:a16="http://schemas.microsoft.com/office/drawing/2014/main" id="{16C06D72-7905-487F-981B-607174234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18" y="2915655"/>
            <a:ext cx="16081764" cy="620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1528</TotalTime>
  <Words>139</Words>
  <Application>Microsoft Office PowerPoint</Application>
  <PresentationFormat>Custom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Muli Semi-Bold</vt:lpstr>
      <vt:lpstr>Asap Medium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Yến Như Nguyễn</cp:lastModifiedBy>
  <cp:revision>10</cp:revision>
  <dcterms:created xsi:type="dcterms:W3CDTF">2006-08-16T00:00:00Z</dcterms:created>
  <dcterms:modified xsi:type="dcterms:W3CDTF">2026-01-11T14:31:52Z</dcterms:modified>
  <dc:identifier>DAG84bHFXck</dc:identifier>
</cp:coreProperties>
</file>